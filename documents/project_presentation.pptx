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963B7-7C76-904C-F83D-41B0EC362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42CC80-5146-79C7-611C-CEAA41C0AF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C07D-6AEF-5A1F-885B-BA3A3DD03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8DB24-E7E7-ADC7-FD84-5674036BB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CE4B7-BC45-EAC4-A30D-DB3C9A9E8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154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80556-A529-9A8C-F348-B5FD0CDEF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2122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FD993-10E4-9788-0D3D-48A4269BA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4212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71DAE-B05D-34EF-3147-7408D2C2B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89B31-2565-4344-B6A1-49B990E5B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65809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59555-AF26-6959-8804-B6B83BD8F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37120" y="6356350"/>
            <a:ext cx="2743200" cy="365125"/>
          </a:xfrm>
        </p:spPr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977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3060-C533-FFBE-6E74-F7C92CFC5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3327EC-1391-383C-F458-FFF7228C9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1706E-DC89-7146-7E53-526ABC48D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726CD-668F-94A9-DA8C-C873967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E999F-5BC2-598C-0D2F-6346BB013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74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DBAA6-F1F0-64F3-F6FD-3A7D49E5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54922-1CC1-5F80-C0F4-387031213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1EE550-EE76-CEBC-EA69-D32879C6C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A8A47-563A-BAA9-D7CB-FB385011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2C6C85-F924-5816-BCB7-CB40459C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63BC0-2866-5444-C7EC-B2FC5C7B9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648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142C5-07FA-7366-14FB-96CD687E2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F6892-4AB6-DE9B-4BD8-B39A49C20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3616F3-F1ED-22DA-2364-2D428BB880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296935-2EE3-6861-BB16-D2FEB4D301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0F7101-422A-3801-4D5A-1F7131F018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D62F-3A90-11CC-4888-E4BC30241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658EE0-0318-9AB8-65CE-596A07E9F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218D47-15A3-DBD4-E106-5B7F2F0B9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364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7173F-DCAD-F188-91F4-18D276B13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3DA7E1-BD8D-10B3-4B6B-FD47D08A7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9F4B3-E523-C895-A0CD-5AECC38C7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0BC7FD-728C-453D-5639-70CB7A96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371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072BBF-4F96-204F-F5B9-A84226CBC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2D416E-0FF3-965A-B21B-348CEAE59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2910B-E140-71B4-4480-DAAB9270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24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AFA7-B8A0-E1A9-A271-4ECC65BE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20FA1-3A03-76B1-BA16-C935943DB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252C0D-CCE2-45A6-B979-672137151B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9D2390-FAE1-A54F-8679-7FBBCF92F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413A1-9974-135C-7722-0F8B24DC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FFDEB-E345-5633-7BE3-65E4F06D1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76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04BD-CF7B-87CB-D3D4-B76A8EF9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F4788-1898-CF69-C2BE-B84F471F88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3E861-349B-656E-AAA5-62C0C3A3B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3E726-B6D7-8891-DB66-A583DC199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B1F60E-B039-7384-D049-FB0D1DC39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912176-9BFA-E065-50F5-49A273568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00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55541-9CCC-BDE6-4B93-3EB879255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DEC16-64E3-25F2-DAFC-EB798FB91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083FA-5520-B343-EFC6-5A2659498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6C996-38AC-3964-BC0F-5CCBA2A3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6A06E-38B7-A09F-A8A7-7395A520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27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8E525E-E1CD-473B-CD7C-8C38234E63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26F5B6-7F93-FEE7-C6FC-90B451DB89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78F3-407F-F70E-5EF0-0168F06A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6EFE6-5F4F-24C2-F9D7-5A230E4A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E96A8-89F1-14DE-08EA-68382B408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465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1DECEB-2527-7E3A-D202-ADAAB0D20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212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49830A-5973-77AA-ACF6-46547CA82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10212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D7EEB-D26A-B2F7-0914-6A5B77A29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55381-8AEF-DE57-7AED-F6912C39FB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6224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5BA9E-7C12-5892-8861-6074E40463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16290" y="63554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7E9385-ADAF-1198-BD0A-2E14179C01B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6714" y="269612"/>
            <a:ext cx="2082165" cy="54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524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D455D-8226-3865-906A-7C6ACB379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0372" y="838580"/>
            <a:ext cx="10051255" cy="973932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Optimization for 3D Scene Reconstruction</a:t>
            </a:r>
            <a:endParaRPr lang="en-US" sz="4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4F93C-AAC1-4EE1-AF40-5B9CB589F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7205" y="1876012"/>
            <a:ext cx="11165681" cy="826552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A Comparative Study of Optimizers, Losses, and Representations</a:t>
            </a:r>
          </a:p>
          <a:p>
            <a:r>
              <a:rPr lang="en-US" sz="2000" b="1" dirty="0">
                <a:solidFill>
                  <a:srgbClr val="C00000"/>
                </a:solidFill>
              </a:rPr>
              <a:t>for NeRF and 3D Gaussian Splatting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D8BB9-A56F-3CAC-589D-584CC60B0BA9}"/>
              </a:ext>
            </a:extLst>
          </p:cNvPr>
          <p:cNvSpPr txBox="1"/>
          <p:nvPr/>
        </p:nvSpPr>
        <p:spPr>
          <a:xfrm>
            <a:off x="4287215" y="6441947"/>
            <a:ext cx="3690715" cy="285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ts val="16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pt-PT" sz="11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António Cruz</a:t>
            </a:r>
            <a:r>
              <a:rPr lang="pt-PT" sz="1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(140129), </a:t>
            </a:r>
            <a:r>
              <a:rPr lang="pt-PT" sz="11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Duarte Cabrita</a:t>
            </a:r>
            <a:r>
              <a:rPr lang="pt-PT" sz="1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(120058)</a:t>
            </a:r>
            <a:endParaRPr lang="en-US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ABF03-F305-B872-C410-E7C51EBD8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5177" y="2902591"/>
            <a:ext cx="1236307" cy="35028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66F03AE-C45A-1058-7F7C-247F78CF3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98" y="3429000"/>
            <a:ext cx="3167943" cy="25882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B0073A-4B4D-F235-414D-95FE2CADF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05" y="3456222"/>
            <a:ext cx="2655445" cy="298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06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0025-925B-0A82-7EE7-00645860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F8633-75D6-B6E3-CB1E-23BF0F2FE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0439" cy="483235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This project’s chosen application is </a:t>
            </a:r>
            <a:r>
              <a:rPr lang="en-US" b="1" dirty="0"/>
              <a:t>Computer Vision</a:t>
            </a:r>
            <a:r>
              <a:rPr lang="en-US" dirty="0"/>
              <a:t> (from Lesson 1 slides): "</a:t>
            </a:r>
            <a:r>
              <a:rPr lang="en-US" i="1" dirty="0"/>
              <a:t>segmentation, reconstruction, pose estimation, calibration and matching can be formulated as minimization of geometric or photometric error</a:t>
            </a:r>
            <a:r>
              <a:rPr lang="en-US" dirty="0"/>
              <a:t>“.</a:t>
            </a:r>
          </a:p>
          <a:p>
            <a:pPr>
              <a:lnSpc>
                <a:spcPct val="100000"/>
              </a:lnSpc>
            </a:pPr>
            <a:r>
              <a:rPr lang="en-US" dirty="0"/>
              <a:t>Our implementation uses </a:t>
            </a:r>
            <a:r>
              <a:rPr lang="en-US" b="1" dirty="0"/>
              <a:t>NeRF</a:t>
            </a:r>
            <a:r>
              <a:rPr lang="en-US" dirty="0"/>
              <a:t> and </a:t>
            </a:r>
            <a:r>
              <a:rPr lang="en-US" b="1" dirty="0"/>
              <a:t>Gaussian Splatting</a:t>
            </a:r>
            <a:r>
              <a:rPr lang="en-US" dirty="0"/>
              <a:t> as differentiable photometric reconstructions of a 3D scene from posed photographs.</a:t>
            </a:r>
          </a:p>
          <a:p>
            <a:pPr>
              <a:lnSpc>
                <a:spcPct val="100000"/>
              </a:lnSpc>
            </a:pPr>
            <a:r>
              <a:rPr lang="en-US" dirty="0"/>
              <a:t>Although the primary application is computer vision, the project approaches several other items on the assignment's list: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Supervised model training and DNN training (NeRF MLP)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SGD and its variants (optimizers)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Hyperparameter and Bayesian optimization (TPE/Optuna)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Structure-from-Motion bundle adjustment (COLMAP)</a:t>
            </a:r>
          </a:p>
        </p:txBody>
      </p:sp>
    </p:spTree>
    <p:extLst>
      <p:ext uri="{BB962C8B-B14F-4D97-AF65-F5344CB8AC3E}">
        <p14:creationId xmlns:p14="http://schemas.microsoft.com/office/powerpoint/2010/main" val="2911289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AEC76-D6E5-1475-59F8-9697D88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vs Gaussian Splatting (1/2)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F901D-1A33-13E1-75B8-89770450D8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884694" cy="4546601"/>
              </a:xfrm>
            </p:spPr>
            <p:txBody>
              <a:bodyPr/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NeRF and GS are two different parameterizations of the same minimization problem: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</m:nary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​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; 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, 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 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In plain language, this equation can be translated as: “</a:t>
                </a:r>
                <a:r>
                  <a:rPr lang="en-US" b="1" i="1" dirty="0"/>
                  <a:t>Find the scene parameters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i="1" dirty="0"/>
                  <a:t>that minimize the average disagreement between the rendered image and the observed photograph, averaged across all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i="1" dirty="0"/>
                  <a:t> training views</a:t>
                </a:r>
                <a:r>
                  <a:rPr lang="en-US" dirty="0"/>
                  <a:t>”.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F901D-1A33-13E1-75B8-89770450D8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884694" cy="4546601"/>
              </a:xfrm>
              <a:blipFill>
                <a:blip r:embed="rId2"/>
                <a:stretch>
                  <a:fillRect l="-1008" t="-1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92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9C17A-3264-21C3-B158-28491B36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vs Gaussian Splatting (2/2)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1ADEDB-6E61-8F40-C4EF-65406DCCA3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13281" cy="4803776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/>
                  <a:t>Both methods solve exactly the same minimization. They differ in the parameterization of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the implementation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Therefore, NeRF vs GS </a:t>
                </a:r>
                <a:r>
                  <a:rPr lang="en-US" b="1" dirty="0"/>
                  <a:t>is a comparison of two optimization formulations of the same problem</a:t>
                </a:r>
                <a:r>
                  <a:rPr lang="en-US" dirty="0"/>
                  <a:t>: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data are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posed images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objective is the average photometric loss between a rendered image and its ground truth.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decision variable is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, the scene parameters.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takes the scene parameters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and a camera pose, and returns the image that scene would produce from that pose.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only requirement 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is that it be differentiable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, so gradients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dirty="0"/>
                  <a:t> flow back into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and a first-order optimizer can update.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1ADEDB-6E61-8F40-C4EF-65406DCCA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13281" cy="4803776"/>
              </a:xfrm>
              <a:blipFill>
                <a:blip r:embed="rId2"/>
                <a:stretch>
                  <a:fillRect l="-830" t="-1141" r="-1051" b="-2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6866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21544-421E-A3F7-7F55-09C6C7F1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556D3-4BF0-3C08-0EEA-14321B1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27556" cy="4667250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ts val="2640"/>
              </a:lnSpc>
            </a:pPr>
            <a:r>
              <a:rPr lang="en-US" b="1" dirty="0"/>
              <a:t>SGD</a:t>
            </a:r>
            <a:r>
              <a:rPr lang="en-US" dirty="0"/>
              <a:t> - Step in the direction of the negative gradient, with a fixed learning rate (simplest possible recipe).</a:t>
            </a:r>
          </a:p>
          <a:p>
            <a:pPr>
              <a:lnSpc>
                <a:spcPts val="2640"/>
              </a:lnSpc>
            </a:pPr>
            <a:r>
              <a:rPr lang="en-US" b="1" dirty="0"/>
              <a:t>SGD with momentum</a:t>
            </a:r>
            <a:r>
              <a:rPr lang="en-US" dirty="0"/>
              <a:t> - Keep a running average of past gradients and step in that smoothed direction, which dampens noise and accelerates along consistent descent directions.</a:t>
            </a:r>
          </a:p>
          <a:p>
            <a:pPr>
              <a:lnSpc>
                <a:spcPts val="2640"/>
              </a:lnSpc>
            </a:pPr>
            <a:r>
              <a:rPr lang="en-US" b="1" dirty="0"/>
              <a:t>SGD with Nesterov</a:t>
            </a:r>
            <a:r>
              <a:rPr lang="en-US" dirty="0"/>
              <a:t> - A variant of momentum that "looks ahead" before taking the step, giving slightly better convergence on convex problems.</a:t>
            </a:r>
          </a:p>
          <a:p>
            <a:pPr>
              <a:lnSpc>
                <a:spcPts val="2640"/>
              </a:lnSpc>
            </a:pPr>
            <a:r>
              <a:rPr lang="en-US" b="1" dirty="0"/>
              <a:t>Adam</a:t>
            </a:r>
            <a:r>
              <a:rPr lang="en-US" dirty="0"/>
              <a:t> - Keep a running average of past gradients </a:t>
            </a:r>
            <a:r>
              <a:rPr lang="en-US" i="1" dirty="0"/>
              <a:t>and</a:t>
            </a:r>
            <a:r>
              <a:rPr lang="en-US" dirty="0"/>
              <a:t> a running average of past squared gradients, then divide the smoothed gradient by the smoothed magnitude. The effect is a per-parameter adaptive learning rate.</a:t>
            </a:r>
          </a:p>
          <a:p>
            <a:pPr>
              <a:lnSpc>
                <a:spcPts val="2640"/>
              </a:lnSpc>
            </a:pPr>
            <a:r>
              <a:rPr lang="en-US" b="1" dirty="0"/>
              <a:t>AdamW</a:t>
            </a:r>
            <a:r>
              <a:rPr lang="en-US" dirty="0"/>
              <a:t>: Same as Adam, but with weight decay applied as a separate term outside the adaptive scaling, which fixes a subtle interaction in the original Adam formulation.</a:t>
            </a:r>
          </a:p>
        </p:txBody>
      </p:sp>
    </p:spTree>
    <p:extLst>
      <p:ext uri="{BB962C8B-B14F-4D97-AF65-F5344CB8AC3E}">
        <p14:creationId xmlns:p14="http://schemas.microsoft.com/office/powerpoint/2010/main" val="3673883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BCC7-4FF1-3D07-5134-53FC93EFF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7D735-29DE-3BC4-E96A-310A53AB2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802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474</Words>
  <Application>Microsoft Office PowerPoint</Application>
  <PresentationFormat>Widescreen</PresentationFormat>
  <Paragraphs>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Optimization for 3D Scene Reconstruction</vt:lpstr>
      <vt:lpstr>Introduction</vt:lpstr>
      <vt:lpstr>NeRF vs Gaussian Splatting (1/2)</vt:lpstr>
      <vt:lpstr>NeRF vs Gaussian Splatting (2/2)</vt:lpstr>
      <vt:lpstr>Optimizers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CRUZ</dc:creator>
  <cp:lastModifiedBy>ANTONIO CRUZ</cp:lastModifiedBy>
  <cp:revision>42</cp:revision>
  <dcterms:created xsi:type="dcterms:W3CDTF">2026-06-09T12:16:06Z</dcterms:created>
  <dcterms:modified xsi:type="dcterms:W3CDTF">2026-06-09T16:25:27Z</dcterms:modified>
</cp:coreProperties>
</file>